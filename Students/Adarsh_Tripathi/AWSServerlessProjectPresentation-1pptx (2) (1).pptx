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Roboto Light"/>
      <p:regular r:id="rId201321"/>
    </p:embeddedFont>
    <p:embeddedFont>
      <p:font typeface="Roboto"/>
      <p:regular r:id="rId201322"/>
    </p:embeddedFont>
    <p:embeddedFont>
      <p:font typeface="Roboto Thin"/>
      <p:regular r:id="rId201323"/>
    </p:embeddedFont>
    <p:embeddedFont>
      <p:font typeface="Roboto ExtraLight"/>
      <p:regular r:id="rId201324"/>
    </p:embeddedFont>
    <p:embeddedFont>
      <p:font typeface="Roboto Medium"/>
      <p:regular r:id="rId201325"/>
    </p:embeddedFont>
    <p:embeddedFont>
      <p:font typeface="Roboto SemiBold"/>
      <p:regular r:id="rId201326"/>
    </p:embeddedFont>
    <p:embeddedFont>
      <p:font typeface="Roboto Bold"/>
      <p:regular r:id="rId201327"/>
    </p:embeddedFont>
    <p:embeddedFont>
      <p:font typeface="Roboto ExtraBold"/>
      <p:regular r:id="rId201328"/>
    </p:embeddedFont>
    <p:embeddedFont>
      <p:font typeface="Roboto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5.png"/><Relationship Id="rId18" Type="http://schemas.openxmlformats.org/officeDocument/2006/relationships/image" Target="../media/image-4-6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9.png"/><Relationship Id="rId22" Type="http://schemas.openxmlformats.org/officeDocument/2006/relationships/image" Target="../media/image-4-10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495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━━━━━━━━━━━━━━━━━━━━━━━━━━━━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26563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AWS Serverless Data Storage Architecture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3530501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Aditya Srivastav &amp; Adarsh Tripathi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CSE (IoT) | AKTU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Faculty: Anmol Kamboj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39913"/>
            <a:ext cx="1578134" cy="15781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7116" y="2616299"/>
            <a:ext cx="882935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Challenge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2707116" y="3395960"/>
            <a:ext cx="943894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cost-effective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serverless solution for data storage and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6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System Architecture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66329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3313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Lambda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5713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 Gateway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9199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1598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56682" y="6077347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secure serverless workflow with a separate static frontend and a scalable backend data path.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9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514078"/>
            <a:ext cx="3549958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57" y="1726704"/>
            <a:ext cx="3171944" cy="182036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990" y="2495054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84791" y="1941116"/>
            <a:ext cx="19871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AWS Lambda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684791" y="2425402"/>
            <a:ext cx="19871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Serverless compute for event-driven backend logic.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4270566" y="1514078"/>
            <a:ext cx="3663164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9573" y="1726704"/>
            <a:ext cx="3285150" cy="151794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206" y="2343845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30007" y="1941116"/>
            <a:ext cx="2100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 Gateway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430007" y="2425402"/>
            <a:ext cx="21003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API entry point for routing and requests.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8128987" y="1514078"/>
            <a:ext cx="3549958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7994" y="1726704"/>
            <a:ext cx="3171944" cy="151794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79628" y="2343845"/>
            <a:ext cx="283461" cy="2834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88429" y="1941116"/>
            <a:ext cx="19871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DynamoDB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9288429" y="2425402"/>
            <a:ext cx="19871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Fast, scalable NoSQL data storage.</a:t>
            </a:r>
            <a:endParaRPr lang="en-US" sz="1450" dirty="0"/>
          </a:p>
        </p:txBody>
      </p:sp>
      <p:sp>
        <p:nvSpPr>
          <p:cNvPr id="18" name="Shape 10"/>
          <p:cNvSpPr/>
          <p:nvPr/>
        </p:nvSpPr>
        <p:spPr>
          <a:xfrm>
            <a:off x="525350" y="3972322"/>
            <a:ext cx="3549958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4357" y="4184948"/>
            <a:ext cx="3171944" cy="1820366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5990" y="4953298"/>
            <a:ext cx="283461" cy="2834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684791" y="4399359"/>
            <a:ext cx="19871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IAM</a:t>
            </a:r>
            <a:endParaRPr lang="en-US" sz="1850" dirty="0"/>
          </a:p>
        </p:txBody>
      </p:sp>
      <p:sp>
        <p:nvSpPr>
          <p:cNvPr id="22" name="Text 12"/>
          <p:cNvSpPr/>
          <p:nvPr/>
        </p:nvSpPr>
        <p:spPr>
          <a:xfrm>
            <a:off x="1684791" y="4883646"/>
            <a:ext cx="19871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 and permissions management.</a:t>
            </a:r>
            <a:endParaRPr lang="en-US" sz="1450" dirty="0"/>
          </a:p>
        </p:txBody>
      </p:sp>
      <p:sp>
        <p:nvSpPr>
          <p:cNvPr id="23" name="Shape 13"/>
          <p:cNvSpPr/>
          <p:nvPr/>
        </p:nvSpPr>
        <p:spPr>
          <a:xfrm>
            <a:off x="4270566" y="3972322"/>
            <a:ext cx="3663164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59573" y="4184948"/>
            <a:ext cx="3285150" cy="1517948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21206" y="4802088"/>
            <a:ext cx="283461" cy="2834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430007" y="4399359"/>
            <a:ext cx="2100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CloudWatch</a:t>
            </a:r>
            <a:endParaRPr lang="en-US" sz="1850" dirty="0"/>
          </a:p>
        </p:txBody>
      </p:sp>
      <p:sp>
        <p:nvSpPr>
          <p:cNvPr id="27" name="Text 15"/>
          <p:cNvSpPr/>
          <p:nvPr/>
        </p:nvSpPr>
        <p:spPr>
          <a:xfrm>
            <a:off x="5430007" y="4883646"/>
            <a:ext cx="21003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Logs, monitoring, and operational visibility.</a:t>
            </a:r>
            <a:endParaRPr lang="en-US" sz="1450" dirty="0"/>
          </a:p>
        </p:txBody>
      </p:sp>
      <p:sp>
        <p:nvSpPr>
          <p:cNvPr id="28" name="Shape 16"/>
          <p:cNvSpPr/>
          <p:nvPr/>
        </p:nvSpPr>
        <p:spPr>
          <a:xfrm>
            <a:off x="8128987" y="3972322"/>
            <a:ext cx="3549958" cy="2245618"/>
          </a:xfrm>
          <a:prstGeom prst="roundRect">
            <a:avLst>
              <a:gd name="adj" fmla="val 1263"/>
            </a:avLst>
          </a:prstGeom>
          <a:solidFill>
            <a:srgbClr val="FFF7F0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17994" y="4184948"/>
            <a:ext cx="3171944" cy="1517948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79628" y="4802088"/>
            <a:ext cx="283461" cy="2834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9288429" y="4399359"/>
            <a:ext cx="19871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GitHub</a:t>
            </a:r>
            <a:endParaRPr lang="en-US" sz="1850" dirty="0"/>
          </a:p>
        </p:txBody>
      </p:sp>
      <p:sp>
        <p:nvSpPr>
          <p:cNvPr id="32" name="Text 18"/>
          <p:cNvSpPr/>
          <p:nvPr/>
        </p:nvSpPr>
        <p:spPr>
          <a:xfrm>
            <a:off x="9288429" y="4883646"/>
            <a:ext cx="19871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control and deployment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It Works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988318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75512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Store in DynamoDB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7912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Lambda validates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61398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 Gateway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53797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submits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770761"/>
            <a:ext cx="196051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1475" y="6004620"/>
            <a:ext cx="1960513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submits form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Starts the workflow with a request.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894833" y="5770761"/>
            <a:ext cx="196051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94833" y="6004620"/>
            <a:ext cx="1960513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API Gateway receives request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the submission into AWS.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8191" y="5770761"/>
            <a:ext cx="196051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28191" y="6004620"/>
            <a:ext cx="1960513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Lambda validates data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the payload and business rules.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61549" y="5770761"/>
            <a:ext cx="196051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61549" y="6004620"/>
            <a:ext cx="1960513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stored in DynamoDB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the verified record securely.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594908" y="5770761"/>
            <a:ext cx="196051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594908" y="6004620"/>
            <a:ext cx="1960513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Success response returned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completion to the user.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0575"/>
            <a:ext cx="544102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47229"/>
            <a:ext cx="9268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33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Implementation Roadmap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56682" y="202743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clear sequence from backend setup to frontend connection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304903"/>
            <a:ext cx="10868745" cy="25400"/>
          </a:xfrm>
          <a:prstGeom prst="roundRect">
            <a:avLst>
              <a:gd name="adj" fmla="val 111625"/>
            </a:avLst>
          </a:prstGeom>
          <a:solidFill>
            <a:srgbClr val="61646A"/>
          </a:solidFill>
          <a:ln/>
        </p:spPr>
      </p:sp>
      <p:sp>
        <p:nvSpPr>
          <p:cNvPr id="7" name="Shape 5"/>
          <p:cNvSpPr/>
          <p:nvPr/>
        </p:nvSpPr>
        <p:spPr>
          <a:xfrm>
            <a:off x="2117077" y="3737868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8" name="Shape 6"/>
          <p:cNvSpPr/>
          <p:nvPr/>
        </p:nvSpPr>
        <p:spPr>
          <a:xfrm>
            <a:off x="1917156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8046" y="4163120"/>
            <a:ext cx="283461" cy="2834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482" y="2542480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Create DynamoDB table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0482" y="3246437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the data store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703446" y="4304903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13" name="Shape 10"/>
          <p:cNvSpPr/>
          <p:nvPr/>
        </p:nvSpPr>
        <p:spPr>
          <a:xfrm>
            <a:off x="3503525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4415" y="4163120"/>
            <a:ext cx="283461" cy="2834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36851" y="5060950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Create Lambda function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2436851" y="5764907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the serverless logic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289914" y="3737868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18" name="Shape 14"/>
          <p:cNvSpPr/>
          <p:nvPr/>
        </p:nvSpPr>
        <p:spPr>
          <a:xfrm>
            <a:off x="5089993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0883" y="4163120"/>
            <a:ext cx="283461" cy="2834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19" y="2542480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Connect API Gateway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4023319" y="2951162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the backend endpoint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876283" y="4304903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23" name="Shape 18"/>
          <p:cNvSpPr/>
          <p:nvPr/>
        </p:nvSpPr>
        <p:spPr>
          <a:xfrm>
            <a:off x="6676362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7252" y="4163120"/>
            <a:ext cx="283461" cy="2834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09688" y="5060950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Enable CORS</a:t>
            </a:r>
            <a:endParaRPr lang="en-US" sz="1850" dirty="0"/>
          </a:p>
        </p:txBody>
      </p:sp>
      <p:sp>
        <p:nvSpPr>
          <p:cNvPr id="26" name="Text 20"/>
          <p:cNvSpPr/>
          <p:nvPr/>
        </p:nvSpPr>
        <p:spPr>
          <a:xfrm>
            <a:off x="5609688" y="5469632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 secure browser access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8462751" y="3737868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28" name="Shape 22"/>
          <p:cNvSpPr/>
          <p:nvPr/>
        </p:nvSpPr>
        <p:spPr>
          <a:xfrm>
            <a:off x="8262830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3720" y="4163120"/>
            <a:ext cx="283461" cy="2834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96156" y="2542480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Deploy API</a:t>
            </a:r>
            <a:endParaRPr lang="en-US" sz="1850" dirty="0"/>
          </a:p>
        </p:txBody>
      </p:sp>
      <p:sp>
        <p:nvSpPr>
          <p:cNvPr id="31" name="Text 24"/>
          <p:cNvSpPr/>
          <p:nvPr/>
        </p:nvSpPr>
        <p:spPr>
          <a:xfrm>
            <a:off x="7196156" y="2951162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the latest version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10049120" y="4304903"/>
            <a:ext cx="25399" cy="567035"/>
          </a:xfrm>
          <a:prstGeom prst="roundRect">
            <a:avLst>
              <a:gd name="adj" fmla="val 111630"/>
            </a:avLst>
          </a:prstGeom>
          <a:solidFill>
            <a:srgbClr val="61646A"/>
          </a:solidFill>
          <a:ln/>
        </p:spPr>
      </p:sp>
      <p:sp>
        <p:nvSpPr>
          <p:cNvPr id="33" name="Shape 26"/>
          <p:cNvSpPr/>
          <p:nvPr/>
        </p:nvSpPr>
        <p:spPr>
          <a:xfrm>
            <a:off x="9849199" y="409227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0089" y="4163120"/>
            <a:ext cx="283461" cy="2834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82525" y="5060950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Connect frontend</a:t>
            </a:r>
            <a:endParaRPr lang="en-US" sz="1850" dirty="0"/>
          </a:p>
        </p:txBody>
      </p:sp>
      <p:sp>
        <p:nvSpPr>
          <p:cNvPr id="36" name="Text 28"/>
          <p:cNvSpPr/>
          <p:nvPr/>
        </p:nvSpPr>
        <p:spPr>
          <a:xfrm>
            <a:off x="8782525" y="5469632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the UI to the API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9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Serverless?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27584"/>
            <a:ext cx="2575357" cy="2342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41996"/>
            <a:ext cx="20449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Serverless Architecture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45953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and run applications without managing servers.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1627584"/>
            <a:ext cx="2575456" cy="23424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1842" y="1841996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 Scaling Capabilities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1842" y="2545953"/>
            <a:ext cx="20450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scales with demand for consistent performance.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1627584"/>
            <a:ext cx="2575456" cy="23424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305" y="1841996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Low Cost (Free Tier Available)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506305" y="2545953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 only for what you use with a budget-friendly entry point.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1627584"/>
            <a:ext cx="2575456" cy="23424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0768" y="1841996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Enterprise Security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270768" y="2545953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with strong security controls and managed protection.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59052"/>
            <a:ext cx="2575357" cy="20400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7479" y="4373463"/>
            <a:ext cx="20449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Minimal Maintenance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77479" y="5077420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operational overhead and focus on delivering value.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466"/>
            <a:ext cx="10868745" cy="23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Challenges &amp; Key Learnings</a:t>
            </a:r>
            <a:endParaRPr lang="en-US" sz="7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29285"/>
            <a:ext cx="2575357" cy="2940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543697"/>
            <a:ext cx="20449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99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CORS Configuration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4247654"/>
            <a:ext cx="20449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how to configure cross-origin requests correctly to avoid blocked browser calls.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3329285"/>
            <a:ext cx="2575456" cy="29401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1842" y="3543697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99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IAM Permissions Management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1842" y="4247654"/>
            <a:ext cx="20450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Gained a deeper understanding of least-privilege access and role-based AWS permissions.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329285"/>
            <a:ext cx="2575456" cy="29401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305" y="3543697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99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API Testing &amp; Debugging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506305" y="4247654"/>
            <a:ext cx="20450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troubleshooting skills by validating endpoints, payloads, and responses end to end.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3329285"/>
            <a:ext cx="2575456" cy="29401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0768" y="3543697"/>
            <a:ext cx="204504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99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GitHub Deployment Pipeline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270768" y="4542929"/>
            <a:ext cx="20450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confidence in deployment automation and learned how to streamline releases through GitHub.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86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What's Next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2673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 roadmap of the next product milestones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06005"/>
            <a:ext cx="189007" cy="1890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3078262"/>
            <a:ext cx="5339820" cy="254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322351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Authentication &amp; Authorization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63220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sign-in, role-based access, and permission controls.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806005"/>
            <a:ext cx="189007" cy="1890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90301" y="3078262"/>
            <a:ext cx="5339919" cy="254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6"/>
          <p:cNvSpPr/>
          <p:nvPr/>
        </p:nvSpPr>
        <p:spPr>
          <a:xfrm>
            <a:off x="6190301" y="322351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File Upload Capabilities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190301" y="3632200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users to upload, store, and manage files seamlessly.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88929"/>
            <a:ext cx="189007" cy="1890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61475" y="4561185"/>
            <a:ext cx="5339820" cy="254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9"/>
          <p:cNvSpPr/>
          <p:nvPr/>
        </p:nvSpPr>
        <p:spPr>
          <a:xfrm>
            <a:off x="661475" y="470644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Analytics Dashboard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61475" y="511512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usage patterns, trends, and key performance metrics.</a:t>
            </a:r>
            <a:endParaRPr lang="en-US" sz="14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288929"/>
            <a:ext cx="189007" cy="18901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90301" y="4561185"/>
            <a:ext cx="5339919" cy="254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2"/>
          <p:cNvSpPr/>
          <p:nvPr/>
        </p:nvSpPr>
        <p:spPr>
          <a:xfrm>
            <a:off x="6190301" y="470644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Real-time Notifications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6190301" y="5115123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timely alerts and updates as events happen.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215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661475" y="2759472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D4D4D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3044726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Aditya Srivastav &amp; Adarsh Tripathi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CSE (IoT) | AKTU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Faculty: Anmol Kamboj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589859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8033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57552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82609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2026-07-13T04:54:27Z</dcterms:created>
  <dcterms:modified xsi:type="dcterms:W3CDTF">2026-07-13T04:54:27Z</dcterms:modified>
</cp:coreProperties>
</file>