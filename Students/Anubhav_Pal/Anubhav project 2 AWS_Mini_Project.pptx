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14416" y="105156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u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9630" y="1166774"/>
            <a:ext cx="729691" cy="7296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5146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PROJECT REPORT 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a Web Server with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VPC, EC2 &amp; Elastic IP using AWS CloudFormation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937760" y="4526280"/>
            <a:ext cx="2286000" cy="0"/>
          </a:xfrm>
          <a:prstGeom prst="line">
            <a:avLst/>
          </a:prstGeom>
          <a:noFill/>
          <a:ln w="12700">
            <a:solidFill>
              <a:srgbClr val="3E4C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091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0" y="502920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ANUBHAV PAL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 Ramswaroop College Of Engineering And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u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202" y="92720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a Web Server with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VPC, EC2 &amp; Elastic IP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automatically using AWS CloudFormation (Infrastructure as Code)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1188720" cy="365760"/>
          </a:xfrm>
          <a:prstGeom prst="rect">
            <a:avLst/>
          </a:prstGeom>
          <a:solidFill>
            <a:srgbClr val="8FC6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48840" y="5943600"/>
            <a:ext cx="1188720" cy="365760"/>
          </a:xfrm>
          <a:prstGeom prst="rect">
            <a:avLst/>
          </a:prstGeom>
          <a:solidFill>
            <a:srgbClr val="8FC6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0" y="5943600"/>
            <a:ext cx="1737360" cy="365760"/>
          </a:xfrm>
          <a:prstGeom prst="rect">
            <a:avLst/>
          </a:prstGeom>
          <a:solidFill>
            <a:srgbClr val="8FC6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5943600"/>
            <a:ext cx="2468880" cy="365760"/>
          </a:xfrm>
          <a:prstGeom prst="rect">
            <a:avLst/>
          </a:prstGeom>
          <a:solidFill>
            <a:srgbClr val="8FC6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deploy a small, working piece of cloud infrastructure on AWS — a network, a server, and a fixed public address for it — entirely through code instead of manual console clicks.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370332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566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custom, isolated network (VPC)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427024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3308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virtual server (EC2) inside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83717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7000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server a permanent public address (Elastic IP)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40410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2669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entire setup with one CloudFormation template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484632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86600" y="17830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0" descr="icons/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9869" y="1876349"/>
            <a:ext cx="590702" cy="5907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92440" y="18470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086600" y="2788920"/>
            <a:ext cx="4160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fundamentals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VPCs, subnets &amp; gateways connect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 demand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a server (EC2) instead of owning one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error-free deployments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blocks, working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21488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netwo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745" y="224210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3611880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isolated network in AWS — your own slice of the cloud where all other resources live.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38144" y="178308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809" y="2242109"/>
            <a:ext cx="590702" cy="5907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1089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39312" y="3611880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server (Amazon Linux) that runs Apache and hosts the actual website.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36208" y="178308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8604" y="21488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873" y="2242109"/>
            <a:ext cx="590702" cy="5907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3368" y="31089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37376" y="3611880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public IP address permanently attached to the EC2 instance.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34272" y="1783080"/>
            <a:ext cx="2542032" cy="41605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16668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937" y="2242109"/>
            <a:ext cx="590702" cy="5907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31089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235440" y="3611880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template that builds all of the above automatically, in one go.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connect, end to end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globe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00802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691640" y="2148840"/>
            <a:ext cx="82296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router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982" y="2008022"/>
            <a:ext cx="555955" cy="5559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9456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94760" y="2148840"/>
            <a:ext cx="685800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8"/>
          <p:cNvSpPr/>
          <p:nvPr/>
        </p:nvSpPr>
        <p:spPr>
          <a:xfrm>
            <a:off x="4663440" y="1417320"/>
            <a:ext cx="6858000" cy="4434840"/>
          </a:xfrm>
          <a:prstGeom prst="roundRect">
            <a:avLst>
              <a:gd name="adj" fmla="val 2062"/>
            </a:avLst>
          </a:prstGeom>
          <a:solidFill>
            <a:srgbClr val="065A82">
              <a:alpha val="85000"/>
            </a:srgbClr>
          </a:solidFill>
          <a:ln w="19050">
            <a:solidFill>
              <a:srgbClr val="8FC6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1536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10.0.0.0/16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2057400"/>
            <a:ext cx="6126480" cy="3611880"/>
          </a:xfrm>
          <a:prstGeom prst="roundRect">
            <a:avLst>
              <a:gd name="adj" fmla="val 2025"/>
            </a:avLst>
          </a:prstGeom>
          <a:solidFill>
            <a:srgbClr val="21295C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5212080" y="2176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·  10.0.1.0/24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732520" y="214884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pic>
        <p:nvPicPr>
          <p:cNvPr id="17" name="Image 2" descr="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2128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0" y="2880360"/>
            <a:ext cx="868680" cy="868680"/>
          </a:xfrm>
          <a:prstGeom prst="ellipse">
            <a:avLst/>
          </a:prstGeom>
          <a:solidFill>
            <a:srgbClr val="8FC6E0"/>
          </a:solidFill>
          <a:ln/>
        </p:spPr>
      </p:sp>
      <p:pic>
        <p:nvPicPr>
          <p:cNvPr id="20" name="Image 3" descr="icons/server_2129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642" y="2984602"/>
            <a:ext cx="660197" cy="6601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3440" y="3840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(Apache Web Server)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 rot="5400000">
            <a:off x="5989320" y="4709160"/>
            <a:ext cx="457200" cy="201168"/>
          </a:xfrm>
          <a:prstGeom prst="rightArrow">
            <a:avLst/>
          </a:prstGeom>
          <a:solidFill>
            <a:srgbClr val="8FC6E0"/>
          </a:solidFill>
          <a:ln/>
        </p:spPr>
      </p:sp>
      <p:sp>
        <p:nvSpPr>
          <p:cNvPr id="23" name="Shape 17"/>
          <p:cNvSpPr/>
          <p:nvPr/>
        </p:nvSpPr>
        <p:spPr>
          <a:xfrm>
            <a:off x="5532120" y="50749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4" descr="icons/pin_21295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389" y="5168189"/>
            <a:ext cx="590702" cy="5907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89520" y="5212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 — Static Public Address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points to this instance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46520" y="5349240"/>
            <a:ext cx="1051560" cy="219456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27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template to live website — one automated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22585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08176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template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65760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describes every resource needed: VPC, subnet, gateway, EC2, security group, Elastic IP.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9504" y="196596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22585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26664" y="3017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CloudFormation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54096" y="365760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is uploaded as a "stack" through the AWS Console or CLI.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38928" y="196596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07024" y="22585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76088" y="3017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provisions resources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creates every resource in the correct dependency order automatically.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88352" y="196596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6448" y="22585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156448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25512" y="3017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boots &amp; configures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52944" y="365760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starts, and UserData script installs &amp; starts the Apache web server.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37776" y="1965960"/>
            <a:ext cx="2084832" cy="3977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05872" y="22585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10405872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74936" y="3017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 attaches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02368" y="365760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public IP is bound to the instance — permanent address, even after restarts.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CloudFormation Template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035040" cy="4663440"/>
          </a:xfrm>
          <a:prstGeom prst="roundRect">
            <a:avLst>
              <a:gd name="adj" fmla="val 1961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mini-project-vpc-ec2-eip.yaml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55778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MyVPC: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AWS::EC2::VPC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PublicSubnet: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AWS::EC2::Subnet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InternetGateway: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AWS::EC2::InternetGateway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WebServerSG: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AWS::EC2::SecurityGroup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WebServerInstance: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AWS::EC2::Instance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UserData: installs Apache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WebServerEIP: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AWS::EC2::EIP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InstanceId: !Ref WebServerInstance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4088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1230" y="147767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26680" y="17099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end result — AWS figures out the order of creation using dependencies.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40880" y="25328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230" y="2593238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726680" y="282549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KeyName and SSHLocation are passed in at deploy time, keeping the template reusable.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040880" y="36484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30" y="3708806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26680" y="3621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26680" y="39410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URL, Public IP, and Instance ID are printed automatically after deployment.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040880" y="47640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30" y="4824374"/>
            <a:ext cx="382219" cy="3822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26680" y="4736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teardown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726680" y="505663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stack removes every resource it created — no manual cleanup.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 — no code editing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EC2 Key Pair (for future SSH access)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157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624328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CloudFormation → Create Stack → Upload the template 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6557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374136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stack name and select the Key Pair parameter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21538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123944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submit — AWS builds all resources automatically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7375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651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65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873752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status: CREATE_COMPLETE (~2–3 minutes)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71500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715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623560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WebsiteURL from the Outputs tab to view the live page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reachable web server — built entirely from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949440" cy="411480"/>
          </a:xfrm>
          <a:prstGeom prst="rect">
            <a:avLst/>
          </a:prstGeom>
          <a:solidFill>
            <a:srgbClr val="E5EBE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56816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956816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1956816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1901952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901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http://&lt;your-elastic-ip&gt;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from CloudFormation!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Apache on an Amazon EC2 instance,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at a fixed Elastic IP address.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0956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C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90956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automatically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09560" y="3337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C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min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90956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live server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09560" y="4754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C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90956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file 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reusable &amp; repeatable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Infrastructure as Code?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console clicks vs. a CloudFormation template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E3B5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console for each resource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a step or misconfigure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reproduce exactly next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cleanup — resources often left running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87452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 creates everything, in order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3520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error-free, repeatable results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4297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— track every change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5074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stack, everything is removed cleanly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Mini Project — VPC · EC2 · Elastic IP · CloudFormation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u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2257" y="204094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8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 ·   EC2   ·   Elastic IP   ·   CloudFormation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2026-07-13T08:16:49Z</dcterms:created>
  <dcterms:modified xsi:type="dcterms:W3CDTF">2026-07-13T08:16:49Z</dcterms:modified>
</cp:coreProperties>
</file>