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9.png"/><Relationship Id="rId12" Type="http://schemas.openxmlformats.org/officeDocument/2006/relationships/image" Target="../media/image-5-10.sv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1296"/>
            <a:ext cx="10547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1574165" y="1363861"/>
            <a:ext cx="9962305" cy="736997"/>
          </a:xfrm>
          <a:prstGeom prst="roundRect">
            <a:avLst>
              <a:gd name="adj" fmla="val 10772"/>
            </a:avLst>
          </a:prstGeom>
          <a:solidFill>
            <a:srgbClr val="22265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172" y="1650603"/>
            <a:ext cx="236234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88413" y="1581150"/>
            <a:ext cx="9768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74165" y="2313484"/>
            <a:ext cx="996230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</a:t>
            </a:r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Load Balancer</a:t>
            </a:r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using Custom VPC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1574165" y="3683794"/>
            <a:ext cx="9962305" cy="106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Aditya Srivastav</a:t>
            </a:r>
            <a:endParaRPr lang="en-US" sz="11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 (IoT) | SRMCEM Lucknow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AWS Network Load Balancer in a Custom VPC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574165" y="5009455"/>
            <a:ext cx="9962305" cy="25400"/>
          </a:xfrm>
          <a:prstGeom prst="roundRect">
            <a:avLst>
              <a:gd name="adj" fmla="val 5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74165" y="5294709"/>
            <a:ext cx="1057189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━━━━━━━━━━━━━━━━━━━━━━━━━━━━━━━━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17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0203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━━━━━━━━━━━━━━━━━━━━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8062"/>
            <a:ext cx="5203794" cy="724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962473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a custom VPC for networking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61172"/>
            <a:ext cx="5203794" cy="7240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7479" y="3875584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 an EC2 instance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74282"/>
            <a:ext cx="5203794" cy="10193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4788694"/>
            <a:ext cx="467338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 Internet Gateway, Route Table and Security Group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2776" y="2748062"/>
            <a:ext cx="2507394" cy="16099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48780" y="2962473"/>
            <a:ext cx="197698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Target Group and Network Load Balancer</a:t>
            </a:r>
            <a:endParaRPr lang="en-US" sz="1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29176" y="2748062"/>
            <a:ext cx="2507394" cy="160992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345180" y="2962473"/>
            <a:ext cx="197698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traffic routing using NLB DNS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77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56682" y="1230412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━━━━━━━━━━━━━━━━━━━━━━━━━━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4095" y="2447627"/>
            <a:ext cx="2424746" cy="141684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305844"/>
            <a:ext cx="425241" cy="425252"/>
          </a:xfrm>
          <a:prstGeom prst="ellipse">
            <a:avLst/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735" y="2412206"/>
            <a:ext cx="212620" cy="2126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3156" y="2837359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3156" y="3165078"/>
            <a:ext cx="23541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traffic enters the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7822" y="2235002"/>
            <a:ext cx="2424746" cy="141684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5202" y="2093218"/>
            <a:ext cx="425241" cy="425252"/>
          </a:xfrm>
          <a:prstGeom prst="ellipse">
            <a:avLst/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1462" y="2199580"/>
            <a:ext cx="212620" cy="2126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6882" y="2624733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Load Balancer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46882" y="2952452"/>
            <a:ext cx="23541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Distributes incoming requests across targets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1549" y="2022376"/>
            <a:ext cx="2424746" cy="141684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48928" y="1880592"/>
            <a:ext cx="425241" cy="425252"/>
          </a:xfrm>
          <a:prstGeom prst="ellipse">
            <a:avLst/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5189" y="1986955"/>
            <a:ext cx="212620" cy="2126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0609" y="2412107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Group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90609" y="2739827"/>
            <a:ext cx="23541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traffic to healthy registered instances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5275" y="1809750"/>
            <a:ext cx="2424846" cy="141684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892655" y="1667966"/>
            <a:ext cx="425241" cy="425252"/>
          </a:xfrm>
          <a:prstGeom prst="ellipse">
            <a:avLst/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8915" y="1774329"/>
            <a:ext cx="212620" cy="2126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336" y="2199481"/>
            <a:ext cx="2354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EC2 Instance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34336" y="2527201"/>
            <a:ext cx="23542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 the application workload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74095" y="4589562"/>
            <a:ext cx="2424746" cy="141684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1475" y="4447778"/>
            <a:ext cx="425241" cy="425252"/>
          </a:xfrm>
          <a:prstGeom prst="ellipse">
            <a:avLst/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7735" y="4554141"/>
            <a:ext cx="212620" cy="2126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3156" y="4979293"/>
            <a:ext cx="2354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Nginx Web Server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3156" y="5307012"/>
            <a:ext cx="23541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web traffic and reverse proxy requests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56682" y="6084689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Blue flow</a:t>
            </a:r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connects each layer of the stack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011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Steps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89498" y="1000522"/>
            <a:ext cx="12700" cy="5115917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5657262" y="1117203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5972770" y="1000522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3746" y="1041450"/>
            <a:ext cx="164104" cy="1641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1038126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Created Custom VPC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06226" y="1681460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9" name="Shape 6"/>
          <p:cNvSpPr/>
          <p:nvPr/>
        </p:nvSpPr>
        <p:spPr>
          <a:xfrm>
            <a:off x="5972770" y="1564779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3746" y="1605707"/>
            <a:ext cx="164104" cy="1641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42926" y="1602383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Created Public Subnet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57262" y="2201267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13" name="Shape 9"/>
          <p:cNvSpPr/>
          <p:nvPr/>
        </p:nvSpPr>
        <p:spPr>
          <a:xfrm>
            <a:off x="5972770" y="2084586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746" y="2125514"/>
            <a:ext cx="164104" cy="1641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475" y="2122190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Attached Internet Gateway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06226" y="2721074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17" name="Shape 12"/>
          <p:cNvSpPr/>
          <p:nvPr/>
        </p:nvSpPr>
        <p:spPr>
          <a:xfrm>
            <a:off x="5972770" y="2604393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3746" y="2645321"/>
            <a:ext cx="164104" cy="1641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42926" y="2641997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Configured Route Table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657262" y="3240881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21" name="Shape 15"/>
          <p:cNvSpPr/>
          <p:nvPr/>
        </p:nvSpPr>
        <p:spPr>
          <a:xfrm>
            <a:off x="5972770" y="3124200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3746" y="3165128"/>
            <a:ext cx="164104" cy="1641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1475" y="3161804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Launched EC2 Instance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06226" y="3760688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25" name="Shape 18"/>
          <p:cNvSpPr/>
          <p:nvPr/>
        </p:nvSpPr>
        <p:spPr>
          <a:xfrm>
            <a:off x="5972770" y="3644007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3746" y="3684935"/>
            <a:ext cx="164104" cy="1641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42926" y="3681611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Installed Nginx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657262" y="4280495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29" name="Shape 21"/>
          <p:cNvSpPr/>
          <p:nvPr/>
        </p:nvSpPr>
        <p:spPr>
          <a:xfrm>
            <a:off x="5972770" y="4163814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3746" y="4204742"/>
            <a:ext cx="164104" cy="1641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61475" y="4201418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Created Target Group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206226" y="4800302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33" name="Shape 24"/>
          <p:cNvSpPr/>
          <p:nvPr/>
        </p:nvSpPr>
        <p:spPr>
          <a:xfrm>
            <a:off x="5972770" y="4683621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13746" y="4724549"/>
            <a:ext cx="164104" cy="1641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642926" y="4721225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Created Network Load Balancer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5657262" y="5320109"/>
            <a:ext cx="328207" cy="12700"/>
          </a:xfrm>
          <a:prstGeom prst="roundRect">
            <a:avLst>
              <a:gd name="adj" fmla="val 361874"/>
            </a:avLst>
          </a:prstGeom>
          <a:solidFill>
            <a:srgbClr val="C0C1D7"/>
          </a:solidFill>
          <a:ln/>
        </p:spPr>
      </p:sp>
      <p:sp>
        <p:nvSpPr>
          <p:cNvPr id="37" name="Shape 27"/>
          <p:cNvSpPr/>
          <p:nvPr/>
        </p:nvSpPr>
        <p:spPr>
          <a:xfrm>
            <a:off x="5972770" y="5203428"/>
            <a:ext cx="246156" cy="2461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13746" y="5244356"/>
            <a:ext cx="164104" cy="1641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61475" y="5241032"/>
            <a:ext cx="4887294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 Health Checks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661475" y="6187678"/>
            <a:ext cx="114783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AWS deployment flow from network foundation to load-balanced validation.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7035"/>
            <a:ext cx="559679" cy="282674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093" y="622796"/>
            <a:ext cx="94602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14119" y="567035"/>
            <a:ext cx="927374" cy="282674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5738" y="622796"/>
            <a:ext cx="131372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92293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 &amp; </a:t>
            </a:r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3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9091"/>
            <a:ext cx="2579821" cy="10042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4502" y="1990527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NLB created successfully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449" y="1779091"/>
            <a:ext cx="2579821" cy="10042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7477" y="1990527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Target Group attached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7424" y="1779091"/>
            <a:ext cx="2579821" cy="10042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0451" y="1990527"/>
            <a:ext cx="205536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EC2 registered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0399" y="1779091"/>
            <a:ext cx="2579821" cy="10042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63426" y="1990527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Health checks passed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966541"/>
            <a:ext cx="2579821" cy="15857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4502" y="3177977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Load Balancer DNS generated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4449" y="2966541"/>
            <a:ext cx="2579821" cy="158571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737477" y="3177977"/>
            <a:ext cx="2055364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Application accessible through the NLB DNS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661475" y="4758234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183A13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505" y="5024735"/>
            <a:ext cx="232563" cy="18603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66099" y="4987826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core components are deployed and the application is live through the NLB DNS.</a:t>
            </a:r>
            <a:endParaRPr lang="en-US" sz="1450" dirty="0"/>
          </a:p>
        </p:txBody>
      </p:sp>
      <p:sp>
        <p:nvSpPr>
          <p:cNvPr id="22" name="Text 13"/>
          <p:cNvSpPr/>
          <p:nvPr/>
        </p:nvSpPr>
        <p:spPr>
          <a:xfrm>
            <a:off x="661475" y="5700316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AWS-style highlights, elevated spacing, and consistent success markers reinforce a polished project completion showcase.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894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pPr algn="ctr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ctr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759446"/>
            <a:ext cx="10868745" cy="1346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demonstrates AWS networking using </a:t>
            </a:r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 VPC</a:t>
            </a:r>
            <a:pPr algn="ctr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EC2</a:t>
            </a:r>
            <a:pPr algn="ctr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Group</a:t>
            </a:r>
            <a:pPr algn="ctr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FF99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Load Balancer</a:t>
            </a:r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38B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18470"/>
            <a:ext cx="2575357" cy="2040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532882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Scaling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941564"/>
            <a:ext cx="20449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capacity as traffic grows.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3318470"/>
            <a:ext cx="2575456" cy="20400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1842" y="3532882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Multiple EC2 Instances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741842" y="4236839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availability with distributed compute.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318470"/>
            <a:ext cx="2575456" cy="20400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6305" y="3532882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HTTPS (SSL)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506305" y="3941564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access for secure communication.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3318470"/>
            <a:ext cx="2575456" cy="20400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70768" y="3532882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CloudWatch Monitoring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270768" y="4236839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visibility into performance and health.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56682" y="5571133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2026-07-13T06:40:49Z</dcterms:created>
  <dcterms:modified xsi:type="dcterms:W3CDTF">2026-07-13T06:40:49Z</dcterms:modified>
</cp:coreProperties>
</file>