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25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B25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BACKUP &amp; RECOVERY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Backing Up an Ubuntu Server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EBS Snapshots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architecture, and the resources involved in protecting server data with point-in-time snapshots.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3E4A5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 •  Amazon EBS  •  Snapshots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EBS Snapshot?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point-in-time, incremental backup of an Amazon EBS volume, stored durably in Amazon S3.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capture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the exact state of a volume's data at the moment the snapshot is taken.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2402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0175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storage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6118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blocks are saved after the first snapshot, keeping backups fast and low-cost.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2402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0175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Amazon S3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live outside the instance and volume, so they survive instance termination.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2402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30175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Restorable anytime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81160" y="36118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EBS volume can be created from a snapshot and attached to any instance.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Back Up with Snapshots?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1691640"/>
            <a:ext cx="0" cy="822960"/>
          </a:xfrm>
          <a:prstGeom prst="line">
            <a:avLst/>
          </a:prstGeom>
          <a:noFill/>
          <a:ln w="12700">
            <a:solidFill>
              <a:srgbClr val="3E4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600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16002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quickly from accidental deletion, corruption, or a failed server without losing data.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600200" y="2834640"/>
            <a:ext cx="0" cy="822960"/>
          </a:xfrm>
          <a:prstGeom prst="line">
            <a:avLst/>
          </a:prstGeom>
          <a:noFill/>
          <a:ln w="12700">
            <a:solidFill>
              <a:srgbClr val="3E4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743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updates, patches, or risky changes knowing a known-good state can always be restored.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600200" y="3977640"/>
            <a:ext cx="0" cy="822960"/>
          </a:xfrm>
          <a:prstGeom prst="line">
            <a:avLst/>
          </a:prstGeom>
          <a:noFill/>
          <a:ln w="12700">
            <a:solidFill>
              <a:srgbClr val="3E4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886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migration &amp; cloning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38862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an identical volume in another Availability Zone or Region from the same snapshot.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600200" y="5120640"/>
            <a:ext cx="0" cy="822960"/>
          </a:xfrm>
          <a:prstGeom prst="line">
            <a:avLst/>
          </a:prstGeom>
          <a:noFill/>
          <a:ln w="12700">
            <a:solidFill>
              <a:srgbClr val="3E4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operational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50292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changed data thanks to incremental snapshots, versus a full copy every time.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Environment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resources provisioned in AWS for this backup exercise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502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24.04, t3.micro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2044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20440" y="3502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GiB, gp3, 3000 IOPS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3502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backup to S3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189720" y="3108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Volume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89720" y="3502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Re-attached to an instance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9651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East (N. Virginia) — us-east-1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2900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49651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use1-az1 / use1-az2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3504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49651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(snapshot storage)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4108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METHOD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41080" y="49651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Connect (browser SSH)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Backup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running server to a durable, restorable backup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31546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actively writing data to its root volume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52928" y="3246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3AF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46120" y="23774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55848" y="31546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block storage holding the live server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50408" y="3246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3AF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0" y="23774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53328" y="31546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Snapshot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80760" y="3611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point-in-time copy of the volume is requested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7888" y="3246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3AF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641080" y="23774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4108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50808" y="31546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78240" y="3611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persists independently of the instance or volume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data blocks that changed since the last snapshot are copied — keeping backups fast and storage-efficient.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Restore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stored snapshot back into usable, live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in S3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backup is selected as the restore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52928" y="3063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3AF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46120" y="219456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55848" y="297180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EBS Volume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34290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volume is created, pre-populated with the snapshot's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50408" y="3063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3AF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53328" y="297180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Instance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80760" y="34290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is attached to an EC2 instance in the same Availability Zone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7888" y="3063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3AF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641080" y="219456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4108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50808" y="297180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78240" y="34290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files are accessible again on the instance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292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snapshot is never consumed by a restore — it stays available in S3 for future restores.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connect a live server to a recoverable backup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Ubuntu EC2 instance with a secure key pair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3824" y="34290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EC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3774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9312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over SSH and create files on the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25896" y="34290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EC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3774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1384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EBS volume as a point-in-time backup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87968" y="34290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EC7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34465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3774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63456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&amp; Attach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7033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volume from the snapshot and attach 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486400" cy="5486400"/>
          </a:xfrm>
          <a:prstGeom prst="ellipse">
            <a:avLst/>
          </a:prstGeom>
          <a:solidFill>
            <a:srgbClr val="1B253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0040" cy="3200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back up EBS volumes, not instances — always confirm you're snapshotting the right volume.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320040" cy="3200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creates a new volume from a snapshot; the original snapshot is preserved and reusable.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320040" cy="3200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restored volume must be attached to an instance in the same Availability Zone before use.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611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this with Amazon Data Lifecycle Manager or AWS Backup for scheduled, hands-free snapshots.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10515600" cy="18288"/>
          </a:xfrm>
          <a:prstGeom prst="rect">
            <a:avLst/>
          </a:prstGeom>
          <a:solidFill>
            <a:srgbClr val="3E4A5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49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Ubuntu server data safely backed up and restored using EC2 &amp; EBS Snapshots.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2026-07-13T08:09:13Z</dcterms:created>
  <dcterms:modified xsi:type="dcterms:W3CDTF">2026-07-13T08:09:13Z</dcterms:modified>
</cp:coreProperties>
</file>