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Result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AWS Mini Project</a:t>
            </a:r>
          </a:p>
          <a:p>
            <a:r>
              <a:t>EC2 • RDS • EBS • Security Groups • EBS Snapshots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Student/Admin portal</a:t>
            </a:r>
          </a:p>
          <a:p>
            <a:r>
              <a:t>- View &amp; manage results</a:t>
            </a:r>
          </a:p>
          <a:p>
            <a:r>
              <a:t>- Django web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-&gt; EC2 -&gt; RDS</a:t>
            </a:r>
          </a:p>
          <a:p>
            <a:r>
              <a:t>EBS attached to EC2</a:t>
            </a:r>
          </a:p>
          <a:p>
            <a:r>
              <a:t>Security Groups protect traffic</a:t>
            </a:r>
          </a:p>
          <a:p>
            <a:r>
              <a:t>Snapshots backup EBS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Hosts Django app</a:t>
            </a:r>
          </a:p>
          <a:p>
            <a:r>
              <a:t>Ubuntu</a:t>
            </a:r>
          </a:p>
          <a:p>
            <a:r>
              <a:t>Apache/Nginx + Gunicorn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MySQL database</a:t>
            </a:r>
          </a:p>
          <a:p>
            <a:r>
              <a:t>Stores students, marks,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EBS &amp; Snapshots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EBS stores EC2 data</a:t>
            </a:r>
          </a:p>
          <a:p>
            <a:r>
              <a:t>Snapshots create backups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 80</a:t>
            </a:r>
          </a:p>
          <a:p>
            <a:r>
              <a:t>HTTPS 443</a:t>
            </a:r>
          </a:p>
          <a:p>
            <a:r>
              <a:t>SSH 22 (restricted)</a:t>
            </a:r>
          </a:p>
          <a:p>
            <a:r>
              <a:t>MySQL 3306 only from EC2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logs in</a:t>
            </a:r>
          </a:p>
          <a:p>
            <a:r>
              <a:t>EC2 processes</a:t>
            </a:r>
          </a:p>
          <a:p>
            <a:r>
              <a:t>RDS returns data</a:t>
            </a:r>
          </a:p>
          <a:p>
            <a:r>
              <a:t>Results displayed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 login</a:t>
            </a:r>
          </a:p>
          <a:p>
            <a:r>
              <a:t>View result</a:t>
            </a:r>
          </a:p>
          <a:p>
            <a:r>
              <a:t>Explain AWS console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